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89" r:id="rId4"/>
    <p:sldId id="290" r:id="rId5"/>
    <p:sldId id="292" r:id="rId6"/>
    <p:sldId id="29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8"/>
  </p:normalViewPr>
  <p:slideViewPr>
    <p:cSldViewPr snapToGrid="0">
      <p:cViewPr varScale="1">
        <p:scale>
          <a:sx n="116" d="100"/>
          <a:sy n="116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6978E-5C78-EF4D-831B-2961566AE92A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92A8F-094E-154D-84FA-76838204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baseline="0" dirty="0"/>
              <a:t> Outline what the old talk was all about and where I have given this talk.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E7E6BE-52A2-7F4D-9C1A-77BE2120A1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57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9872-B1F1-FA97-E1AA-4CF68E2D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A6A01-2DFF-9250-42C1-AC95A2345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E496C-B322-28C7-A85B-46E9E774E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baseline="0" dirty="0"/>
              <a:t> Outline what the old talk was all about and where I have given this talk.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B99DC-1AAE-C85E-BDAC-42B80815E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E7E6BE-52A2-7F4D-9C1A-77BE2120A1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35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6FFD-45C2-FB3C-3B04-2F01DEA49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61E16-1C09-8877-068E-5B6E32B47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34118-25B0-9DDE-C291-4B24C59A3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baseline="0" dirty="0"/>
              <a:t> Outline what the old talk was all about and where I have given this talk.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A8B72-1872-F437-35E1-C7CCEEAF6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E7E6BE-52A2-7F4D-9C1A-77BE2120A1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952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005F-5A54-42BB-4E0E-F5D83625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F0BB2-F12A-5552-2577-B51CB011E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14BD9-643D-D9BC-DB07-A70A586A9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baseline="0" dirty="0"/>
              <a:t> Outline what the old talk was all about and where I have given this talk.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642FF-D146-2EA9-5E59-20CAC5C86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E7E6BE-52A2-7F4D-9C1A-77BE2120A1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0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71C6-70B8-6B86-331B-124E035E6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4CA4A-B05B-4CB1-3705-0F40FD01E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DA7A0-CFE3-D1E8-25DD-0A57D11A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3DD34-7AAC-BD15-F91C-C79E10A4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C9CC-387D-2EB5-C242-FA3F431C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5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6B4D-57E3-CC34-397A-CAC4EB9D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70208-1EC2-E724-3C4B-3909A812D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AF4B5-61FD-28BC-5039-8852444D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4D09-DA46-9FAB-644E-A48BF213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C49F5-939B-52A6-E461-F5550DF6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6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9B2A-CE8B-E178-5FFE-32D1F9A5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67C3B-8FF5-E951-26B6-913BAF844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4C724-99D8-6126-09CD-F94E4C2B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35384-A154-C724-D077-96D43B8E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E85CE-C458-2D6E-E1B5-F6DB61E0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5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4385-004B-B13D-C478-1FF7B8F4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5E23-4DB8-36FF-5BCC-78A2FEF3D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2C571-4780-7BB9-09CB-1B3869A7F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4C713-4D22-F5EB-474A-F060E901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E9FC-4BC3-6254-7D32-3AACC28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5BD32-F8D0-309E-DE52-9F30D342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9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BE14-4DAE-EB24-8F6E-F8022593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D4C0E-6BCC-8D14-740C-F1B237F7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F54E4-B8FA-2CED-106B-850233C17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CC9DA-1914-FEC6-8D52-0F255F930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A0E7D-EEA3-D3BA-F9EA-6DB818F68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D12C2-64D7-DB20-805B-0CB269BE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98F5CB-05D7-2DA7-691E-794450CD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06255-7A36-8C70-F1F5-177FF52D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DA37-F682-40A0-A28D-5B96CB919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0AEA9-0083-CBD4-367D-73438C37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DD6D7-60C5-9DFB-906E-5DFDBE7B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93416-9A99-C2A2-7477-0D820DB1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2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2EF24-0C4E-CD8F-D85C-E9F1FAC3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DE4D1-1664-C412-A73F-C2B91441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B2A5E-7ABA-A994-F166-CA9B5CA3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8911-190A-965E-7EE8-761095A6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23B6-1D42-0797-7BDE-7F61806B3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688DE-ABEF-A53D-185A-ED6274379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8063D-F60B-8B2A-E563-703F4CAD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9AA27-E292-2106-9C3F-2E00E4295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47882-36F5-1BF1-733B-F9FA33DC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3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81254-B9D0-0591-1D0C-F7133618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3CF39-3E37-ECB8-C8D6-A4DD6E688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6C0F1-D3EF-AC29-92A3-79CCD55A0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75260-EEAA-74F3-7C9A-7D4812CE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7AEFC-532D-E5EE-1565-09AA0062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C90EA-E518-C620-28DB-C2778FE8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3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FB767-A208-95CD-B419-DA116066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20FEF-5098-BF22-73DF-B9F7E0FD6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5F36F-05EF-C476-6756-966844A8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08A21-6207-11D4-B7CB-8ED42528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6A365-E0E6-54A3-CC2F-5387E9CB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5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B80D1-9768-C8A5-F335-1C8432E6E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23A5C-2538-343A-9312-3949F746E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0A3F-9C41-88A5-B828-62468CE7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51BEE-A088-663A-2EAA-B8EFE62C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E6225-2E9D-656B-F7BA-905D636D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4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50B7-A31E-B285-472F-E37B7F88A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75540-7413-E8E8-80E5-06F4E9D44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D03DB-6430-032B-C7F4-DEDE4CD1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7020-A0C9-019C-A572-A2141610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5E077-8BE2-6123-89A0-6B225F4A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9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2FFA-0C01-40EE-09C7-721BAC54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1AE68-64C9-612D-E9AA-5A799E46F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2C39-DCAA-990C-BF24-07120D77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09D2-3D35-A3FF-3827-359FB157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EDDD4-CB3E-5CA4-78DB-71ABEED3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-56445" y="6224506"/>
            <a:ext cx="12304889" cy="705284"/>
            <a:chOff x="-30788" y="4661517"/>
            <a:chExt cx="9228667" cy="528963"/>
          </a:xfrm>
        </p:grpSpPr>
        <p:sp>
          <p:nvSpPr>
            <p:cNvPr id="8" name="Rectangle 7"/>
            <p:cNvSpPr/>
            <p:nvPr userDrawn="1"/>
          </p:nvSpPr>
          <p:spPr>
            <a:xfrm>
              <a:off x="-30788" y="4734807"/>
              <a:ext cx="9228667" cy="455673"/>
            </a:xfrm>
            <a:prstGeom prst="rect">
              <a:avLst/>
            </a:prstGeom>
            <a:solidFill>
              <a:srgbClr val="69030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35303" y="4661517"/>
              <a:ext cx="387197" cy="528963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tab-rgb.eps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798" y="4726863"/>
              <a:ext cx="258207" cy="327725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 userDrawn="1"/>
          </p:nvSpPr>
          <p:spPr>
            <a:xfrm>
              <a:off x="1030972" y="4831697"/>
              <a:ext cx="3613600" cy="25391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600" dirty="0">
                  <a:solidFill>
                    <a:srgbClr val="FFFFFF"/>
                  </a:solidFill>
                </a:rPr>
                <a:t>INDIANA UNIVERSITY BLOOMINGTON</a:t>
              </a:r>
            </a:p>
          </p:txBody>
        </p:sp>
      </p:grpSp>
      <p:sp>
        <p:nvSpPr>
          <p:cNvPr id="12" name="Rectangle 11"/>
          <p:cNvSpPr/>
          <p:nvPr userDrawn="1"/>
        </p:nvSpPr>
        <p:spPr>
          <a:xfrm>
            <a:off x="0" y="597170"/>
            <a:ext cx="110219" cy="516263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56B6023-8DC2-5388-D5A5-6FF955FFE3CB}"/>
              </a:ext>
            </a:extLst>
          </p:cNvPr>
          <p:cNvSpPr txBox="1">
            <a:spLocks/>
          </p:cNvSpPr>
          <p:nvPr userDrawn="1"/>
        </p:nvSpPr>
        <p:spPr>
          <a:xfrm>
            <a:off x="9309265" y="644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60303-CE2A-864D-86BE-DCC7277F7961}" type="slidenum">
              <a:rPr lang="en-US" sz="1600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79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8F6F-6A2F-BD4B-61E7-C66087D30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C86F-9CF3-3770-05D3-806DB1D7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CD8F-00FE-601C-C257-E62C8054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28DF7-8786-F4EE-4854-527C88F2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4F940-0E00-B904-7EB7-39E44ED2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06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8124-3759-1A5D-58D4-77FD008B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3A42-8E45-E05A-900B-B5792D8F8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E9807-9CAC-A907-E272-3B5A23E8E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D046-77DE-18EC-6084-45751C9B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474DB-B878-35B8-263E-2E43F3B7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9AA9B-18F3-B591-E7C9-B6E2B6B1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49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14DE-176F-4C0E-76CC-D050C729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F539C-5D83-928D-3BB4-154B943A3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F0CD4-31E7-4670-7EDC-4FFD60E60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386C7-535F-D93B-0ABD-6E5D89B85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23B48-9128-9B3E-253B-01260E20A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01191-881E-55C2-6626-75B64BDC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3F0D6-BAAA-E257-2E35-0CB6A3FF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68E91-965B-E3B5-89AB-A6B5EF5D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4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B8CB4-BDA9-53FF-2CB5-8B40D313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51F0-79B0-4D5A-A610-30C3EB9B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C09263-BEEA-0358-0319-548A7451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5A37A-5B6F-62FD-2B37-865C74A3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03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C2E9F-D03F-CF48-8C76-87DACCF9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4F958-2862-A2F2-14F0-3958343B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5AAFD-CCF5-D262-552C-EE4D25A7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9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FEC8-AE59-7A8A-64A4-E659C4C3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AC926-454B-8AE2-A087-645C1AEFD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A21B-1CC4-7E3D-EB11-F6714B477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7B1AA-1305-696B-140A-A7739061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E6BBF-EFF2-2A1C-D757-6B7D45B5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05D69-6EC2-D254-CE46-503F277C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484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1D1A-D382-7A9C-BF32-74B3AFDF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62FFA-ED60-E3C2-E4D1-CC44D0FB8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DBF83-760F-3C0C-250B-45DD87A2F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B61EE-4EDB-7747-C514-BFD8DE3B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4CA28-4883-3E8D-0E46-84090A07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4AB42-0E9F-4BC1-EE29-346BE9E7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20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B008-AC1C-A62B-F852-11B713D2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7FA85-29BE-F3DB-A9B0-3B68CFD6B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973A-81C0-BDE2-379F-E004E81D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CD6D-C142-FC53-829F-0662049A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62C0-92DE-CB16-2738-ACD04D98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98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F0C2A-EA09-6A06-C59A-2C37110C6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49C86-1D36-D853-7781-424B8CDC5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27A23-15A6-EC92-EEDB-47B50349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B338-9C59-9738-1063-BC5E80D6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AA73B-4B99-B472-D6D9-5A314E9F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0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3C283-636E-593A-249A-5E79CF7E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E9400-B2F6-DF36-396E-5CF969FA5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0605E-B20D-E29C-989E-6ED88B443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3C403-0A88-3F43-905A-909BA02BD97E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69F78-3D1E-AD43-755F-DF7BCA211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C22FD-1074-B72C-FA61-40BC9D8A8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8039A-B006-DC48-BC77-9722F372A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6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BB7232-1AE3-D7C9-B2FD-A42C9950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CC921-4742-54D7-756C-1F7D19547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18B7D-F2FD-BD47-C7E9-887D8858E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E5E78-1F6F-C14E-893C-D8A0249D8C93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4E569-44B7-A089-6A10-5C49016C8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97D1A-2142-F421-3BBD-831FCB3FA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60303-CE2A-864D-86BE-DCC7277F7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lm.jetstream-cloud.org/llama-4-scout/v1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8C39-8385-9722-A4FB-527CA18CC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1695E-6899-25C7-A803-A41B13804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Robert Henschel</a:t>
            </a:r>
          </a:p>
        </p:txBody>
      </p:sp>
    </p:spTree>
    <p:extLst>
      <p:ext uri="{BB962C8B-B14F-4D97-AF65-F5344CB8AC3E}">
        <p14:creationId xmlns:p14="http://schemas.microsoft.com/office/powerpoint/2010/main" val="51283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D2993-06B4-A8CF-7A4A-7387C2BD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F1B0-7851-F7FC-C107-B6D92F66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F747-3444-C847-2B27-AF8FEE79A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Using VS Code with Cline for Vibe Coding and Agentic Engineering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81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61E8C-FA90-71A0-FB7C-C86D09AC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56B7-857A-4EDF-97C1-CE5B2A9AC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Jetstream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739B6-2BC5-D2FC-E48F-C092C111B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282" y="1543883"/>
            <a:ext cx="11104554" cy="4867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docs.jetstream-cloud.org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/inference-service/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24884-40B5-5A82-232E-5BD4E968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53" y="3123031"/>
            <a:ext cx="21971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6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A1D15-54C8-61D9-70D9-746DE856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2150-DFD6-CFBA-129D-0341E4EE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88F2-D02C-3F1A-57FD-063BD095F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Install VS Code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Install “Cline” extension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Configure “OpenAI Compatible” API provide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https://llm.jetstream-cloud.org/llama-4-scout/v1/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API Key: “empty” (but don’t leave empty!)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 ID: llama-4-scout</a:t>
            </a:r>
          </a:p>
        </p:txBody>
      </p:sp>
    </p:spTree>
    <p:extLst>
      <p:ext uri="{BB962C8B-B14F-4D97-AF65-F5344CB8AC3E}">
        <p14:creationId xmlns:p14="http://schemas.microsoft.com/office/powerpoint/2010/main" val="221675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D117F-74EF-8ACF-9B36-F19480DB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C4D8-A75B-CEA8-0355-31F32D65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2" y="267785"/>
            <a:ext cx="11686776" cy="1579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latin typeface="Arial" panose="020B0604020202020204" pitchFamily="34" charset="0"/>
                <a:cs typeface="Arial" panose="020B0604020202020204" pitchFamily="34" charset="0"/>
              </a:rPr>
              <a:t>Configuration – GPT OSS 120B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2C55F-FF20-C3AF-494D-3B4034FEC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872" y="1543883"/>
            <a:ext cx="10842964" cy="486793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Change API endpoint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llm.jetstream-cloud.org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/gpt-oss-120b/v1/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Change model name</a:t>
            </a:r>
          </a:p>
          <a:p>
            <a:pPr lvl="1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gpt-oss-120b</a:t>
            </a:r>
          </a:p>
        </p:txBody>
      </p:sp>
    </p:spTree>
    <p:extLst>
      <p:ext uri="{BB962C8B-B14F-4D97-AF65-F5344CB8AC3E}">
        <p14:creationId xmlns:p14="http://schemas.microsoft.com/office/powerpoint/2010/main" val="25182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171</Words>
  <Application>Microsoft Macintosh PowerPoint</Application>
  <PresentationFormat>Widescreen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1_Office Theme</vt:lpstr>
      <vt:lpstr>Agentic Engineering </vt:lpstr>
      <vt:lpstr>Contents</vt:lpstr>
      <vt:lpstr>Jetstream Config</vt:lpstr>
      <vt:lpstr>Configuration</vt:lpstr>
      <vt:lpstr>Configuration – GPT OSS 120B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Henschel, Robert</dc:creator>
  <cp:lastModifiedBy>Henschel, Robert</cp:lastModifiedBy>
  <cp:revision>6</cp:revision>
  <dcterms:created xsi:type="dcterms:W3CDTF">2026-05-18T18:20:11Z</dcterms:created>
  <dcterms:modified xsi:type="dcterms:W3CDTF">2026-05-25T10:48:27Z</dcterms:modified>
</cp:coreProperties>
</file>